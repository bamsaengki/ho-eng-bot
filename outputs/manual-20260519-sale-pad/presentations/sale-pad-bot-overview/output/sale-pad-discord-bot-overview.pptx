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7de95e0884a54" /><Relationship Type="http://schemas.openxmlformats.org/officeDocument/2006/relationships/extended-properties" Target="/docProps/app.xml" Id="R3a2d5419729542bf" /><Relationship Type="http://schemas.openxmlformats.org/officeDocument/2006/relationships/officeDocument" Target="/ppt/presentation.xml" Id="R88df6f71fbb0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f806228b64f11"/>
  </p:sldMasterIdLst>
  <p:notesMasterIdLst>
    <p:notesMasterId xmlns:r="http://schemas.openxmlformats.org/officeDocument/2006/relationships" r:id="Rd992c786dd554672"/>
  </p:notesMasterIdLst>
  <p:sldIdLst>
    <p:sldId xmlns:r="http://schemas.openxmlformats.org/officeDocument/2006/relationships" id="256" r:id="R3d95f3077c0747fe"/>
    <p:sldId xmlns:r="http://schemas.openxmlformats.org/officeDocument/2006/relationships" id="257" r:id="R4df2ef38c61a4037"/>
    <p:sldId xmlns:r="http://schemas.openxmlformats.org/officeDocument/2006/relationships" id="258" r:id="R0e96e048fc3f4f83"/>
    <p:sldId xmlns:r="http://schemas.openxmlformats.org/officeDocument/2006/relationships" id="259" r:id="R13ea7a8bf3e84dd2"/>
    <p:sldId xmlns:r="http://schemas.openxmlformats.org/officeDocument/2006/relationships" id="260" r:id="R376031fd793646c1"/>
    <p:sldId xmlns:r="http://schemas.openxmlformats.org/officeDocument/2006/relationships" id="261" r:id="Rabe9595de86c429e"/>
    <p:sldId xmlns:r="http://schemas.openxmlformats.org/officeDocument/2006/relationships" id="262" r:id="R785a3c54228a4a31"/>
    <p:sldId xmlns:r="http://schemas.openxmlformats.org/officeDocument/2006/relationships" id="263" r:id="Ra1ba5e00b7a44c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f806228b64f11" /><Relationship Type="http://schemas.openxmlformats.org/officeDocument/2006/relationships/theme" Target="/ppt/theme/theme1.xml" Id="Reed75fb776284534" /><Relationship Type="http://schemas.openxmlformats.org/officeDocument/2006/relationships/notesMaster" Target="/ppt/notesMasters/notesMaster1.xml" Id="Rd992c786dd554672" /><Relationship Type="http://schemas.openxmlformats.org/officeDocument/2006/relationships/presProps" Target="/ppt/presProps.xml" Id="Rf138ee5b0f5d4b4f" /><Relationship Type="http://schemas.openxmlformats.org/officeDocument/2006/relationships/viewProps" Target="/ppt/viewProps.xml" Id="R49ad78229bac4932" /><Relationship Type="http://schemas.openxmlformats.org/officeDocument/2006/relationships/tableStyles" Target="/ppt/tableStyles.xml" Id="R94801d998bba4a86" /><Relationship Type="http://schemas.openxmlformats.org/officeDocument/2006/relationships/slide" Target="/ppt/slides/slide1.xml" Id="R3d95f3077c0747fe" /><Relationship Type="http://schemas.openxmlformats.org/officeDocument/2006/relationships/slide" Target="/ppt/slides/slide2.xml" Id="R4df2ef38c61a4037" /><Relationship Type="http://schemas.openxmlformats.org/officeDocument/2006/relationships/slide" Target="/ppt/slides/slide3.xml" Id="R0e96e048fc3f4f83" /><Relationship Type="http://schemas.openxmlformats.org/officeDocument/2006/relationships/slide" Target="/ppt/slides/slide4.xml" Id="R13ea7a8bf3e84dd2" /><Relationship Type="http://schemas.openxmlformats.org/officeDocument/2006/relationships/slide" Target="/ppt/slides/slide5.xml" Id="R376031fd793646c1" /><Relationship Type="http://schemas.openxmlformats.org/officeDocument/2006/relationships/slide" Target="/ppt/slides/slide6.xml" Id="Rabe9595de86c429e" /><Relationship Type="http://schemas.openxmlformats.org/officeDocument/2006/relationships/slide" Target="/ppt/slides/slide7.xml" Id="R785a3c54228a4a31" /><Relationship Type="http://schemas.openxmlformats.org/officeDocument/2006/relationships/slide" Target="/ppt/slides/slide8.xml" Id="Ra1ba5e00b7a4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07fc12eba5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22dda8ea14ec7" /><Relationship Type="http://schemas.openxmlformats.org/officeDocument/2006/relationships/notesMaster" Target="/ppt/notesMasters/notesMaster1.xml" Id="R7c62b560e3354b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32cac19ab43e7" /><Relationship Type="http://schemas.openxmlformats.org/officeDocument/2006/relationships/notesMaster" Target="/ppt/notesMasters/notesMaster1.xml" Id="R62b22868c217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063f583f84747" /><Relationship Type="http://schemas.openxmlformats.org/officeDocument/2006/relationships/notesMaster" Target="/ppt/notesMasters/notesMaster1.xml" Id="R6bdee8bd9e50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f1518f2b74f4e" /><Relationship Type="http://schemas.openxmlformats.org/officeDocument/2006/relationships/notesMaster" Target="/ppt/notesMasters/notesMaster1.xml" Id="Rb2eadf457b41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dc7090efc4a46" /><Relationship Type="http://schemas.openxmlformats.org/officeDocument/2006/relationships/notesMaster" Target="/ppt/notesMasters/notesMaster1.xml" Id="R02476a8ce2314c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6075f45ab426e" /><Relationship Type="http://schemas.openxmlformats.org/officeDocument/2006/relationships/notesMaster" Target="/ppt/notesMasters/notesMaster1.xml" Id="R712fad7bb1f544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52f3e010e94179" /><Relationship Type="http://schemas.openxmlformats.org/officeDocument/2006/relationships/notesMaster" Target="/ppt/notesMasters/notesMaster1.xml" Id="R1f3f5de291e54d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df5bd2ff2c4ea8" /><Relationship Type="http://schemas.openxmlformats.org/officeDocument/2006/relationships/notesMaster" Target="/ppt/notesMasters/notesMaster1.xml" Id="R2ae4fd6ae574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10ec2ded541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b950db67234733" /><Relationship Type="http://schemas.openxmlformats.org/officeDocument/2006/relationships/slideLayout" Target="/ppt/slideLayouts/slideLayout2.xml" Id="Rc4401f18fd12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01f18fd12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63126dec34b0d" /><Relationship Type="http://schemas.openxmlformats.org/officeDocument/2006/relationships/notesSlide" Target="/ppt/notesSlides/notesSlide1.xml" Id="R51ec3021dc6f41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d8c9099c94f57" /><Relationship Type="http://schemas.openxmlformats.org/officeDocument/2006/relationships/notesSlide" Target="/ppt/notesSlides/notesSlide2.xml" Id="Rfeb8ff0298c34e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4db39afec4c44" /><Relationship Type="http://schemas.openxmlformats.org/officeDocument/2006/relationships/notesSlide" Target="/ppt/notesSlides/notesSlide3.xml" Id="Rfd445bfd1d0246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c623fa8ca449f" /><Relationship Type="http://schemas.openxmlformats.org/officeDocument/2006/relationships/notesSlide" Target="/ppt/notesSlides/notesSlide4.xml" Id="Rff547eb393ff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b4261c5e0347e0" /><Relationship Type="http://schemas.openxmlformats.org/officeDocument/2006/relationships/notesSlide" Target="/ppt/notesSlides/notesSlide5.xml" Id="R8bb9d3425fef4e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b6a193f9fa483f" /><Relationship Type="http://schemas.openxmlformats.org/officeDocument/2006/relationships/notesSlide" Target="/ppt/notesSlides/notesSlide6.xml" Id="R3cd8cf3cbe7a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a35f480d146ef" /><Relationship Type="http://schemas.openxmlformats.org/officeDocument/2006/relationships/notesSlide" Target="/ppt/notesSlides/notesSlide7.xml" Id="R187dd86ebb93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297de7c234d9d" /><Relationship Type="http://schemas.openxmlformats.org/officeDocument/2006/relationships/notesSlide" Target="/ppt/notesSlides/notesSlide8.xml" Id="Rbc3ca4b0efc94d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3D4988-466A-4655-9EF1-71F8CC7C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EE379-5AC3-4225-B162-C14B070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01FF2-9CB7-4607-BECD-8D87631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7A2F0-E516-4709-AF86-EF385B0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810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EE5"/>
          </a:solidFill>
          <a:ln xmlns:a="http://schemas.openxmlformats.org/drawingml/2006/main" w="9525">
            <a:solidFill>
              <a:srgbClr val="CBE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EF5C3-889F-4316-84E8-000B59D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920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SALE</a:t>
            </a:r>
          </a:p>
          <a:p xmlns:a="http://schemas.openxmlformats.org/drawingml/2006/main">
            <a:pPr algn="ctr">
              <a:defRPr sz="3150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PAD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58002-5DB6-4B00-91EC-F3C8887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F2559-2072-4411-A3BE-A370787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62375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Discord 할인 알림 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1A950-A8DF-4DCB-944B-4F34210D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9525">
            <a:solidFill>
              <a:srgbClr val="0F8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C520-0F9E-44F6-A3B5-1F37BFB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24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Steam KR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6975D-D89E-46CA-99E9-B9ED93C3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858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9525">
            <a:solidFill>
              <a:srgbClr val="315F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964FA-C37E-45DB-9EA5-216BB327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524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16D85-6F37-4D59-94DA-11C9A25E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85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9525">
            <a:solidFill>
              <a:srgbClr val="FF7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E3297-1094-4EC3-9E8F-13BDED14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524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2B7C2-8648-4644-AB21-317B35B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4C9BC-59B4-402F-B987-B91DEA0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657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AAA급 할인과 개인 관심 게임을 매일 확인하고, 카드·기록·그래프로 알려주는 게임 할인 알림 시스템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34D4B-B8D1-4CD9-A0A0-55FA2D7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52178-97A3-42BF-BB1B-631C047C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구현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ABA6F-0958-477F-BD17-6DB44B90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11F"/>
                </a:solidFill>
                <a:latin typeface="Aptos"/>
                <a:ea typeface="Aptos"/>
                <a:cs typeface="Aptos"/>
              </a:rPr>
              <a:t>일일 자동 알림 · 한국 Steam 가격 검증 · slash command 검색 · 별칭 보정 · 할인 히스토리 DB · 그래프 생성 · 개인 DM 구독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9CA0F-7388-4BE0-901D-3D37C36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D1BF7-0D67-4BCB-9902-F7196EC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747CB-6D9C-4B62-B872-EA73CC31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6109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F1CAD-86A1-497D-B0BF-CFBC0C66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52590-79E7-4799-8F6D-4A9B5B4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C3D1-FAC8-41DD-A6F9-8DDDE6CF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할인 정보는 많지만, 필요한 알림은 적어야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EC303-D05D-4AE6-B93E-CF592CB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지역 제한, 중복 알림, 검색 오타, 할인 이력 부재를 줄이는 쪽에 초점을 맞춘 봇입니다.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09F28-B6EF-4980-B062-2409B9D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D9895-5B62-492C-9393-9A0215A5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CD140-ACED-4E91-B1FA-ABAF5230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KR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67108-3F4E-415C-BB04-CEF34E3C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Steam 한국 가격 기준으로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43018-91F6-49CE-8D71-A9E247F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1556B-1659-40EC-8F3E-B17B9933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7311C-4403-41C7-94E7-2981283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10%+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28E07-6C59-4E26-BD43-5068B1B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95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기본 최소 할인율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1D62-3947-402C-A3E0-9FE0082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C92A9-9720-49E7-987B-2346CA2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9240A-03E2-432F-B8FF-615F4B9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1주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A5E22-3B37-4370-B91A-6375FBE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동일 할인율 반복 기록 제한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DB079-7D3C-4C18-9225-8CD99B5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7E724-D226-470D-B6CA-22218F8E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99938-8353-4CAB-8AB4-0629AD25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DM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1F940-3BB3-4C43-ADF8-650C7C50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개인 관심 게임 알림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C46E3-FEAA-4853-9A73-4368EE9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의의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6E743-DB1E-4335-8FB9-F4DE03C1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11F"/>
                </a:solidFill>
                <a:latin typeface="Aptos"/>
                <a:ea typeface="Aptos"/>
                <a:cs typeface="Aptos"/>
              </a:rPr>
              <a:t>단순 가격 크롤러가 아니라, 한국에서 실제 구매 가능한 Steam 가격을 기준으로 사용자가 바로 판단할 수 있는 카드와 과거 할인 맥락을 함께 제공합니다.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9A472-6234-478C-95C0-1AC5F605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1104E-CDDC-4A1B-B502-932B1B6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277B1-108A-45C7-B07F-C995DF4A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37801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44701-24E8-456C-86E4-15B0ECAE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887D3-C1E7-4BC2-A04C-2B3657F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FEATURE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AE949-191B-49DB-AFA1-D161BE71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현재 구현된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0FF02-88B0-459E-A23C-43F4EFC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채널 공지, 개인 검색, 별칭, 히스토리, 개인 관심 게임이 하나의 DB와 카드 생성 흐름을 공유합니다.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8C197-52B3-4562-820D-B3D318C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4559A-B880-4073-9686-69E06ED5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338B8-7952-4844-AAFA-6B2B2CB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매일 자동 할인 공지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13567-DE47-4ACD-9185-370182B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CheapShark와 Steam API를 조회해 조건에 맞는 AAA급 할인을 채널에 카드로 전송합니다. 없으면 오늘은 할인정보가 없어요. 메시지를 보냅니다.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8206B-89A8-49FA-83C9-6A58818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B512B-4BD2-48EB-BD41-9524FAC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A41A3-3D9B-4FC6-8C4F-4C80BD6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개인 검색과 공유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74B2E-C257-4C1F-9F8F-A138272E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/deal 검색 결과는 본인만 보고, 버튼으로 공개 공유와 스레드 생성을 할 수 있습니다. 여러 후보는 선택 메뉴로 처리합니다.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4CC19-4A19-4969-90AC-88D1496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05C82-BE06-4B0E-9385-3CD5FA7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3B72B-47F9-4C9E-9716-2B7EFA8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할인 기록과 그래프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1DBE2-5BA0-4ADC-B608-2117439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할인율, 날짜, 할인가를 SQLite에 저장합니다. 기록 1개는 텍스트, 2개 이상은 PNG 그래프로 표시합니다.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1F355-B557-4F43-AA4C-377ECF8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3276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5CC26-79E2-4C36-9983-694BF6B4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EB07C-FD99-46E5-82B3-D5D1D94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검색 별칭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85FF9-EF3E-45D6-8B7F-09711A9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한글 별칭과 오타 보정으로 Steam 영문명 검색을 도와줍니다. 추가는 누구나, 삭제는 관리자만 가능합니다.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81322-C4C4-4EB1-930C-D943E90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3276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A16A5-FD60-4FEF-AB4C-F3A45589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CC7B3-842D-4661-B8B1-7F8152E1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개인 관심 게임 DM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B70D2-69D3-472F-9A66-09DAEE5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/watch-add로 등록한 게임은 AAA 여부와 별개로 매일 확인하고 할인 조건 충족 시 DM으로 카드와 기록을 보냅니다.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FC0F6-DC19-4CFA-B137-CB98ED19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3276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CD2A8-7EAF-43E3-94E6-D200342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8DD0B-7854-437F-8BFA-051BA6F3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9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운영 도움 기능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82C38-EFA5-4455-BDFC-607474F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/사용법, slash command 등록 스크립트, dry-run, run-once, pm2 운영 흐름을 갖췄습니다.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E6EF0-252E-4DA2-9978-B0FFA6E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FFDC1-4344-4446-8274-BB0D730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AB9F8-D02F-4081-9D45-9B683A10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76432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ED31F-1324-48C9-8FD9-CA47CF4F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54054-6FF3-4019-BE66-756BE05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SYSTEM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C5FB6-257A-4FFD-95EE-70E2AEF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매일 오전 10시, 두 갈래의 알림 흐름이 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B3A9C-AE31-46F1-9BCF-A45C166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공개 채널 알림과 개인 관심 게임 DM은 조회 조건은 다르지만, 저장·카드·그래프 생성 체계를 공유합니다.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DA906-F498-4307-A84C-C177C16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428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038E-4BA9-42DF-927D-49D8AAF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7053E-0103-4C2E-9F9F-6976687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1. Cron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ED668-BFBF-4B8B-B251-784777D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node-cron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Asia/Seoul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기본 10:00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245A8-2BC1-4C58-9360-AF2B6030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59FEC-DEB7-46EB-A47C-386EFC70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E62AA-2D57-45FE-AA11-CBF0E43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1B8D6-624A-44F4-9820-FDF775F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2A. AAA 채널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E4A7B-3C15-4929-BD92-0446C8A6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CheapShark 할인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Steam KR 검증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AAA 판별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50007-4421-426D-9CC3-25CC0E0C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B9A3B-171D-4356-8FC6-F8209F61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8BB21-A424-42D5-9759-C2BAE72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8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2B. 개인 관심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61AB9-3A97-4846-AE55-FDBA13C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watchlist 조회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게임별 현재 할인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중복 DM 제한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F257C-A695-44BB-8B51-757996C2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B030C-7B40-425F-852A-1183A26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244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9354E-1CAF-4630-B36F-0DD9022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02A47-F7A9-46F4-B516-056E25D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8DE9B-E00D-4D13-BF98-CEF8979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3. DB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F987E-E322-4E58-95AD-C551F6C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862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deal_history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watch_notifications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aliases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C63D1-D258-487A-8A53-A69F9371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07F0E-5CED-4787-BAE4-45F5705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160E5-2C3F-471F-BFC3-A759293D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073E3-4302-4792-AE0B-7C00EA2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4. 카드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200F4-FAE9-4744-9808-845A19F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Discord embed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할인 기록 텍스트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그래프 PNG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8C6D9-894D-49C7-AD58-E761530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A551E-2FC7-4CB9-A817-C051BD49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9950"/>
            <a:ext cx="1200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C5545-43E4-46ED-AF1A-B0C8AF4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9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0CA63-5AFD-4B75-AEC4-3B10469B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62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5. 전송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74B84-93C8-4F45-AEFB-D98E36A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86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채널 메시지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또는 개인 DM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6BE6B-BE39-4B24-92AB-99D3B17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F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F9D"/>
                </a:solidFill>
                <a:latin typeface="Aptos"/>
                <a:ea typeface="Aptos"/>
                <a:cs typeface="Aptos"/>
              </a:rPr>
              <a:t>공개 자동 알림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14005-7E85-4248-9144-76177258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A5F"/>
                </a:solidFill>
                <a:latin typeface="Aptos"/>
                <a:ea typeface="Aptos"/>
                <a:cs typeface="Aptos"/>
              </a:rPr>
              <a:t>개인 구독 알림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91D04-52E8-4582-8C9E-2F0123F4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5D43FC-8598-4AE6-B6B3-B8B9359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E2F091-C479-4E04-9837-F8BFE1A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0661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6FB49-7E6C-49BB-965D-7156470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49802-7B44-4D5A-BDD7-6EB8D4C1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7BA56-0154-4BC9-860A-A6D3B17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작게 유지하되, 필요한 곳은 검증 가능한 도구를 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F844D-63A4-4552-9D83-AF3F933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API 조회, Discord 상호작용, SQLite 기록, sharp 그래프 생성으로 구성된 Node.js 기반 봇입니다.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DF03D-39C5-4F49-81A6-2DFF8D77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AF45-D32F-4EDC-BEC9-6B44F3C8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01529-7C45-4C4E-B94F-6240596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22727-2FF2-46A9-9B38-3627709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Node.js ESM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node-cron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pm2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0619F-BB96-4F6F-925D-71C63D1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40055-2CC7-4C27-BC77-523785B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7CC28-7156-4FFC-A1E0-D93BE8B2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8A4F8-4BB6-43E6-AE77-BC277EB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discord.js v14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slash command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embed, button, select menu, DM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17FAC-CEE2-4F90-9053-7E1868C5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8BE63-066A-42F5-AE79-56A59B8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8E8E0-7295-40ED-8D50-FDDF000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Data/API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875BF-97E3-4B74-AED3-6AE9A6ED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CheapShark deals/search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Steam appdetails cc=KR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환율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CA463-7E92-4277-ACAB-E77DF08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BB007-7686-43CA-A1BF-084D0D0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B1F72-A526-4459-84BC-148833A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165E7-088B-4B71-8322-98D0643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node:sqlite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할인 기록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별칭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개인 관심 게임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C473A-A24B-474F-994E-A072A08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5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B08BE-9B48-4742-B1C6-D39AE6E1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그래프 생성은 AI 토큰 없이 sharp 기반 SVG→PNG 렌더링으로 처리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9D080-0A63-4628-A657-9D0DF4BE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B4246-435A-4F1D-85E6-6D58120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EA2DB-F1CC-4337-864E-87B5CC0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13733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E3DD1-9B2F-468B-BCD5-79DE418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C27A7-3AA4-41B3-AE9B-A5C7C65A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79072-283A-4189-BFFD-E86F94FE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기록은 알림 품질을 높이는 기억 장치다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327C-78FE-48AF-B0F1-2D47439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같은 할인 반복을 줄이고, 다음 카드에서 과거 할인 맥락을 보여주기 위해 SQLite에 필요한 상태를 보관합니다.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BBD60-7CA8-4BFD-B2EE-891AA0F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942C7-8CB9-47EB-B979-FA0259D2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B5F1B-5359-43AA-9730-266AA718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games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1A21-78A7-42C0-8A65-9B455FD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game_key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title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steam_app_id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game_id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85610-6197-4414-A8A0-E0BA0B3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FEA52-78C6-4EB9-8397-C5E55D64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666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47292-722A-48FC-A03C-2FD589D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deal_history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79909-00BE-4334-9A42-B48F10F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43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checked_at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sale_price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normal_price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savings_percent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price_currency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1D40B-C46F-4452-9A31-24A74369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186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C5A44-9CD3-401D-BBDC-D92D321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D992A-0CF3-4A37-9BAC-28CD530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aliases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6B720-611F-43B5-A91A-CD142C60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alias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game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created_by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6439-C5C0-4B62-AE25-E3EBCA6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038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BC0C4-2AFB-4518-9198-622865C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54D5D-8EA6-490B-BC55-BF60D32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watchlist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E5927-B2D6-4314-BE04-B820760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695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user_id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game_key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query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B7539-DBB5-46E0-B292-45E4862F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038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3959B-A735-422D-9B8E-C32D7FF6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9B492-94FA-4CE6-B8AB-13EC2AE5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watch_notifications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C5B23-D4AB-4CFB-9649-26A0933F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958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user_id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game_key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sale_price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savings_percent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notified_at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D7B16-9CCF-41BD-9392-9507F1ED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5CBCE-23B4-4437-8D02-8D4363C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57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80639-9E84-4FAC-9204-03BF9CC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047FB-0999-43AB-9BBE-B0AC2725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07C1F-4204-4D18-8D57-AFEE049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중복 제어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B07B7-69C0-47B3-85B8-AFD3352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1F"/>
                </a:solidFill>
                <a:latin typeface="Aptos"/>
                <a:ea typeface="Aptos"/>
                <a:cs typeface="Aptos"/>
              </a:rPr>
              <a:t>deal 조회 기록은 동일 할인율 주 1회 제한, 개인 DM은 사용자·게임·스토어·할인율·가격 기준 주 1회 제한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065361-994F-4483-9133-D22D1984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19A020-7204-4B38-AF17-A32EF25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E4556-8AC4-46FB-9923-C3A2C1B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65169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978178-4747-41F6-B644-7666285C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295A1-BD04-45F0-B7DD-D36D6EA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HOW TO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265C5-E856-473B-A070-50CEB36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사용자는 명령어 몇 개만 기억하면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1ABF0-2E4B-430A-B710-BB88B51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검색은 본인만 보고, 필요할 때 공유한다. 관심 게임은 DM으로 조용히 받는다.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B489F-930A-4B86-A6DC-1F47F52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763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A62FB-614A-415F-A70D-B8207EA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F22A9-1CB7-4542-BDB0-D404524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명령어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A0982-7D0C-4E4F-AEC4-D6DF0D5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69069-FB29-4642-B585-64C67DA5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/deal game:엘든링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6C07-9A3B-4395-811B-5574384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현재 할인 카드 검색. 여러 결과는 선택 메뉴로 고름.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8706A-DF69-4F64-B62C-E3C8083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25390-6C1E-4B6E-9AF4-3D03A56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/history game:Elden 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AC320-D358-4209-99DB-89F6CE2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저장된 할인 기록 확인. 기록 2개 이상이면 그래프 표시.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93EB5-3621-4E13-B1F4-717A8467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/alias-add alias:ㅇㄷㄹ game:Elden 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91AF4-1A76-4D4D-B221-D53B04E2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누구나 검색 별칭 추가 가능.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25B80-124F-42A6-96B8-8DF05D7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2E628-89A5-4617-A4C4-27068455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/alias-list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46CDE-FF26-4E7E-BF9B-81C6B06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등록된 기본 별칭 확인.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106E8-001D-49AC-8F80-61E1D03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/watch-add game:Hades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DD1EB-FF06-4267-AD65-57E636B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개인 관심 게임 등록. 할인 조건 충족 시 DM 수신.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540E1-A2FE-4F17-83CF-B379C2E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858F3-13A3-4A5F-A652-6BC5F3BF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/watch-list /watch-remove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A1617-F7D3-4B86-AD3C-4BE239B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내 관심 게임 확인 또는 삭제.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16126-AA88-49CA-A6B1-3ACA4BA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3429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/사용법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29FE0-387B-4945-962A-5E6E134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619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채팅으로 간단 사용법 안내.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C31C7-9FE5-42F4-A95E-E9672656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D6918-A26C-40AF-AEAC-1B18504D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405D2F-73E4-4DC2-BA5D-C22603B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22860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E4DED-EA5B-4E40-919B-3DFACE36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DB5D9-D4C1-49E4-ADD7-0BD2D75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0BAAD-1DEB-44DD-8304-4C42FDF6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서버에서는 pull, command 등록, pm2 재시작으로 반영한다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4DB7-8751-4E02-898E-B9FCB75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AWS EC2 무료 플랜에 맞춰 가벼운 Node 프로세스로 운영하고, 외부 호출은 정해진 일일 스케줄 중심으로 제한합니다.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20F39-A63A-4D16-A6B2-63C2AE9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91330-33B0-40AA-B94F-EC4D41C2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EC8EC-21D5-4165-A323-0D526D5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1.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FED32-1F96-469C-AD28-BD09CEE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작업 브랜치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commit / push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main merge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295A1-2EFD-4E9E-812D-C1771DB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957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80879-2AE1-44D5-B1C8-19765349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04681-EC32-42DB-9932-E198C06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6A160-C7F4-450A-94C3-5B52D760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2. EC2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2638B-E08D-45F4-88E9-7BA8904A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git pull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npm install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.env 유지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1C87-4B2F-41D8-BC92-65714520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2A924-E0A0-431A-B61D-A163F1E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0FD84-F02F-4964-925B-15C0B83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18F38-6586-49E8-AFE9-6219DA5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3. Discord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9C72F-0743-43B4-A1D1-D7C6ED3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npm run register-commands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새 slash command 반영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CA4D5-AAB0-4833-A6AC-5E98762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C38DB-9F22-4D8F-99B5-2E5612D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6550D-AE4E-4C3C-B1BF-DE1BFC2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3BF15-9CD4-4F71-BED6-52C94C8B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F"/>
                </a:solidFill>
                <a:latin typeface="Aptos"/>
                <a:ea typeface="Aptos"/>
                <a:cs typeface="Aptos"/>
              </a:rPr>
              <a:t>4. PM2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49C0F-9C6B-4318-BBF1-EE4538E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pm2 restart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pm2 logs</a:t>
            </a:r>
          </a:p>
          <a:p xmlns:a="http://schemas.openxmlformats.org/drawingml/2006/main">
            <a:pPr algn="l">
              <a:defRPr sz="938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pm2 save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61130-D519-427E-B0AE-DDC7B18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07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299A3-C605-4280-872F-DCA3B08B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58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운영 체크포인트: Message Content Intent, DM 수신 가능 여부, REGION=KR / REGION_STRICT=true, SQLite 파일 백업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3A314-273E-4211-A507-E4C7C9F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45978-C12B-43A5-90D6-FC633034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F6A"/>
                </a:solidFill>
                <a:latin typeface="Aptos"/>
                <a:ea typeface="Aptos"/>
                <a:cs typeface="Aptos"/>
              </a:rPr>
              <a:t>Sale Pad Discord Bot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D6FA4-5773-4822-9078-33F7371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67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67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110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2026-05-19T01:29:51.6250000Z</dcterms:created>
  <dcterms:modified xsi:type="dcterms:W3CDTF">2026-05-19T01:29:51.6250000Z</dcterms:modified>
</coreProperties>
</file>